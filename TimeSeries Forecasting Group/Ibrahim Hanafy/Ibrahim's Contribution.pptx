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7"/>
  </p:notesMasterIdLst>
  <p:handoutMasterIdLst>
    <p:handoutMasterId r:id="rId8"/>
  </p:handoutMasterIdLst>
  <p:sldIdLst>
    <p:sldId id="366" r:id="rId5"/>
    <p:sldId id="3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ed Ahmed" initials="AA" lastIdx="1" clrIdx="0">
    <p:extLst>
      <p:ext uri="{19B8F6BF-5375-455C-9EA6-DF929625EA0E}">
        <p15:presenceInfo xmlns:p15="http://schemas.microsoft.com/office/powerpoint/2012/main" userId="843fc5a869bc7b8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82B8"/>
    <a:srgbClr val="9CBBD8"/>
    <a:srgbClr val="3399FF"/>
    <a:srgbClr val="0099CC"/>
    <a:srgbClr val="0F793C"/>
    <a:srgbClr val="94C83D"/>
    <a:srgbClr val="CCE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575" autoAdjust="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299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132FF3-00C3-45FE-8501-B8F9D16571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83E6F-356D-4DFE-9AA3-675AB04480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10618-3E38-4CD7-8875-0133B3A8EF5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9CB11-025B-45E9-A55D-3FB3C383EA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03088-6A83-46E0-9E61-CCAF7C2285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23264-6C96-4D2A-B867-76FEADB5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53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FA7AE-61BF-43B4-B36F-68C449FF107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C81A1-5F9C-4C15-B6E5-49FBACAD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67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Bottom Right">
            <a:extLst>
              <a:ext uri="{FF2B5EF4-FFF2-40B4-BE49-F238E27FC236}">
                <a16:creationId xmlns:a16="http://schemas.microsoft.com/office/drawing/2014/main" id="{0CBC73C8-CC60-49A5-BC76-BA8E43BB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A2B94463-7088-4D2A-B55D-9C55F9570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785D7F3-06BB-480E-A58D-A8E0EB87C4D4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08AE46A-A447-444D-9163-96E61EC48767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41997203-3E59-4097-B832-06B249C67618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D4D033-43E9-4776-9E25-97767380D8CC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FE52F424-D385-43AD-AE40-3D9501923110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E32ABCD-6C91-4A5F-BB61-8B3C026C9080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6ABE3A6-D624-4D18-A43B-D87C67481123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F2787DC-EEA3-46C0-9CD4-1AB906DB4B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67AAA19-C621-4D54-B748-5A06F4417C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9841" y="3003970"/>
            <a:ext cx="11084189" cy="3854030"/>
          </a:xfrm>
          <a:custGeom>
            <a:avLst/>
            <a:gdLst>
              <a:gd name="connsiteX0" fmla="*/ 5542094 w 11084189"/>
              <a:gd name="connsiteY0" fmla="*/ 0 h 3854030"/>
              <a:gd name="connsiteX1" fmla="*/ 11061525 w 11084189"/>
              <a:gd name="connsiteY1" fmla="*/ 3748287 h 3854030"/>
              <a:gd name="connsiteX2" fmla="*/ 11084189 w 11084189"/>
              <a:gd name="connsiteY2" fmla="*/ 3854030 h 3854030"/>
              <a:gd name="connsiteX3" fmla="*/ 0 w 11084189"/>
              <a:gd name="connsiteY3" fmla="*/ 3854030 h 3854030"/>
              <a:gd name="connsiteX4" fmla="*/ 22663 w 11084189"/>
              <a:gd name="connsiteY4" fmla="*/ 3748287 h 3854030"/>
              <a:gd name="connsiteX5" fmla="*/ 5542094 w 11084189"/>
              <a:gd name="connsiteY5" fmla="*/ 0 h 3854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84189" h="3854030">
                <a:moveTo>
                  <a:pt x="5542094" y="0"/>
                </a:moveTo>
                <a:cubicBezTo>
                  <a:pt x="8264668" y="0"/>
                  <a:pt x="10536186" y="1609144"/>
                  <a:pt x="11061525" y="3748287"/>
                </a:cubicBezTo>
                <a:lnTo>
                  <a:pt x="11084189" y="3854030"/>
                </a:lnTo>
                <a:lnTo>
                  <a:pt x="0" y="3854030"/>
                </a:lnTo>
                <a:lnTo>
                  <a:pt x="22663" y="3748287"/>
                </a:lnTo>
                <a:cubicBezTo>
                  <a:pt x="548002" y="1609144"/>
                  <a:pt x="2819520" y="0"/>
                  <a:pt x="554209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grpSp>
        <p:nvGrpSpPr>
          <p:cNvPr id="9" name="Top Right">
            <a:extLst>
              <a:ext uri="{FF2B5EF4-FFF2-40B4-BE49-F238E27FC236}">
                <a16:creationId xmlns:a16="http://schemas.microsoft.com/office/drawing/2014/main" id="{3E5EBBCF-761D-49AA-8960-D06A3484B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0F7E5D2-CFBA-4149-A9B1-32047212E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8B55E1C-675E-425D-8EDF-AEA4D6B3475B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FCA9AA7-FBFD-40D2-BF04-E2E0B1BD63FC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09EC90-AF39-4D10-9018-0FFB283B91F4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F263181-1CB8-4DF1-94C2-E217E733B56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1408EA-002C-4A55-8451-03A0FCEC52B1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3E51D71-EB7F-46DD-AE4A-E64644F646AC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01E4470-A9CC-4FE2-9249-F71E89C4FB28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6653DE96-35D3-4AA3-B11A-A5882CC7A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570602"/>
            <a:ext cx="5996619" cy="222607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baseline="0"/>
            </a:lvl1pPr>
          </a:lstStyle>
          <a:p>
            <a:pPr algn="l"/>
            <a:r>
              <a:rPr lang="en-US" sz="5400">
                <a:cs typeface="Posterama" panose="020B0504020200020000" pitchFamily="34" charset="0"/>
              </a:rPr>
              <a:t>Click to edit Master title style</a:t>
            </a:r>
            <a:endParaRPr lang="en-US" sz="5400" dirty="0">
              <a:cs typeface="Posterama" panose="020B0504020200020000" pitchFamily="3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1C011E4-9F9C-45C6-9C1F-7A9F3721C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3040" y="1597426"/>
            <a:ext cx="3370134" cy="441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400"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grpSp>
        <p:nvGrpSpPr>
          <p:cNvPr id="21" name="Cross">
            <a:extLst>
              <a:ext uri="{FF2B5EF4-FFF2-40B4-BE49-F238E27FC236}">
                <a16:creationId xmlns:a16="http://schemas.microsoft.com/office/drawing/2014/main" id="{51E372DC-98EB-4EBC-9D4C-A21D11837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62000" y="6150811"/>
            <a:ext cx="118872" cy="118872"/>
            <a:chOff x="1175347" y="3733800"/>
            <a:chExt cx="118872" cy="11887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173A0CF-667C-4499-98A9-03752E3C37AF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5D99060-086B-40C6-A8B9-2768DB548A03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658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Top left">
            <a:extLst>
              <a:ext uri="{FF2B5EF4-FFF2-40B4-BE49-F238E27FC236}">
                <a16:creationId xmlns:a16="http://schemas.microsoft.com/office/drawing/2014/main" id="{58A4F778-D8DF-42FD-B154-2F4B2C202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0793C3B-AAD0-4446-A423-B0EB8EE2A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7344207-297F-4959-8A55-69CE467B3CBD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479A031-8D8F-4167-9AC1-FF9067577187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30E3E1-76BD-4378-9E7C-7302E4B84D71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8C42F67-50FC-4C12-B07D-7FD30B62543B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3AD1C10-DF74-4C65-AF7B-89386448D4EA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2D9D2C3-0C72-4401-8548-E2CACA3C95C5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3142937-438B-42B5-8B58-B26BD92F1544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E9F08BF-E500-4B58-9AA3-B4517E83C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0" name="Bottom Right">
            <a:extLst>
              <a:ext uri="{FF2B5EF4-FFF2-40B4-BE49-F238E27FC236}">
                <a16:creationId xmlns:a16="http://schemas.microsoft.com/office/drawing/2014/main" id="{6DE93ED8-FDE6-418E-A743-2B368C71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1" name="Graphic 157">
              <a:extLst>
                <a:ext uri="{FF2B5EF4-FFF2-40B4-BE49-F238E27FC236}">
                  <a16:creationId xmlns:a16="http://schemas.microsoft.com/office/drawing/2014/main" id="{25190812-FA8A-4CB5-85A8-5DDFF8C94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1F1284C-D9B2-48EC-BDCE-6CF4C076ECB9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FDF02DB-02A4-4942-BD34-3F4903DA12A6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39432B6-8074-4F72-BB48-F48015CAE048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A017DF18-3257-471E-AFD3-39EB68FE2DF2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7360442-04D2-49F1-BBE1-ED7C5CA0FF1A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937ECC2-1561-4705-919F-243AFFCE8437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AF7D52A-2FC7-4627-955A-6CB0E5E7ABFD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3C81E55-0711-4E01-975D-4649E53C86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Title 1">
            <a:extLst>
              <a:ext uri="{FF2B5EF4-FFF2-40B4-BE49-F238E27FC236}">
                <a16:creationId xmlns:a16="http://schemas.microsoft.com/office/drawing/2014/main" id="{8782B20B-E447-47CC-93DB-B076EACC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5" name="Text Placeholder 37">
            <a:extLst>
              <a:ext uri="{FF2B5EF4-FFF2-40B4-BE49-F238E27FC236}">
                <a16:creationId xmlns:a16="http://schemas.microsoft.com/office/drawing/2014/main" id="{D5185B59-89FE-4275-B159-E5FEA474B4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5452" y="2384474"/>
            <a:ext cx="5608088" cy="3785763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Avenir Next LT Pro" panose="020B0504020202020204" pitchFamily="34" charset="0"/>
              <a:buChar char="+"/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9079FD8C-6441-4214-93DC-E9E3BB41589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2325" y="558800"/>
            <a:ext cx="4818063" cy="27797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2" name="Picture Placeholder 59">
            <a:extLst>
              <a:ext uri="{FF2B5EF4-FFF2-40B4-BE49-F238E27FC236}">
                <a16:creationId xmlns:a16="http://schemas.microsoft.com/office/drawing/2014/main" id="{8BDEDA7F-304A-4A6E-8DB7-B842B551B2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69150" y="3503613"/>
            <a:ext cx="4818063" cy="26666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7" name="Date Placeholder 8">
            <a:extLst>
              <a:ext uri="{FF2B5EF4-FFF2-40B4-BE49-F238E27FC236}">
                <a16:creationId xmlns:a16="http://schemas.microsoft.com/office/drawing/2014/main" id="{786FFFB1-44AF-407C-A246-5AC9C17D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58" name="Footer Placeholder 9">
            <a:extLst>
              <a:ext uri="{FF2B5EF4-FFF2-40B4-BE49-F238E27FC236}">
                <a16:creationId xmlns:a16="http://schemas.microsoft.com/office/drawing/2014/main" id="{556011BF-48D6-437C-A8D4-087E1EB7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9" name="Slide Number Placeholder 10">
            <a:extLst>
              <a:ext uri="{FF2B5EF4-FFF2-40B4-BE49-F238E27FC236}">
                <a16:creationId xmlns:a16="http://schemas.microsoft.com/office/drawing/2014/main" id="{975D7D2C-6BE7-4A0B-B546-9C9CE46F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64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Bottom Right">
            <a:extLst>
              <a:ext uri="{FF2B5EF4-FFF2-40B4-BE49-F238E27FC236}">
                <a16:creationId xmlns:a16="http://schemas.microsoft.com/office/drawing/2014/main" id="{E111E959-AE2E-40A4-98AD-7D52A195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8" name="Graphic 157">
              <a:extLst>
                <a:ext uri="{FF2B5EF4-FFF2-40B4-BE49-F238E27FC236}">
                  <a16:creationId xmlns:a16="http://schemas.microsoft.com/office/drawing/2014/main" id="{0908BA80-B05F-4958-9382-A0D941024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5B7426F-B5A6-48C2-AA98-B1B4903DB48A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6088CEA-297B-452F-B8C9-4FE4B30AD863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0A58A3D-F03E-45B2-B6F2-3B23998696AD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4551D63-42D8-4E16-B803-BCDF887E3BA8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2D482B-70A4-4367-9129-156A4E10BA2D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03B5FA3-C7DC-40A8-903C-5CEB2D9F39F9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18C48C9-D302-4DF3-9905-1C77DADBB06D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1D0B3BD-DDF6-4C74-88B5-F16A89D41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4" name="Top Left">
            <a:extLst>
              <a:ext uri="{FF2B5EF4-FFF2-40B4-BE49-F238E27FC236}">
                <a16:creationId xmlns:a16="http://schemas.microsoft.com/office/drawing/2014/main" id="{8087FF2B-AA37-46BB-98C5-51A0DBC1C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6EA10B1-B913-4692-AC3E-121374FD7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B1778E-37F1-4D06-A0C1-E121F48AB542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5F5AAFE-F598-42CC-8D85-36011CE9D145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D3678A3-EBA1-461E-B7FE-B58776C95CD3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8543F0A-65E2-4F14-975F-3AA8B5B17417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6925965-04E0-4184-8AE3-0FFE4EF318F3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725961F-048D-4994-8055-83DE34C83663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0656CFD-98C0-4307-A549-3341C5CFFB78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E66F049-1B70-4977-BDD1-C26AD9880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5531" y="158840"/>
            <a:ext cx="4790032" cy="2779466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9" name="Text Placeholder 97">
            <a:extLst>
              <a:ext uri="{FF2B5EF4-FFF2-40B4-BE49-F238E27FC236}">
                <a16:creationId xmlns:a16="http://schemas.microsoft.com/office/drawing/2014/main" id="{7018E2A7-B977-427A-AFCB-3A4836EB4D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64947" y="168275"/>
            <a:ext cx="4790032" cy="263225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0" name="Picture Placeholder 86">
            <a:extLst>
              <a:ext uri="{FF2B5EF4-FFF2-40B4-BE49-F238E27FC236}">
                <a16:creationId xmlns:a16="http://schemas.microsoft.com/office/drawing/2014/main" id="{ED450ADD-E6EC-4121-B563-F50E064A497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98741" y="2938306"/>
            <a:ext cx="11812017" cy="39159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1" name="Date Placeholder 8">
            <a:extLst>
              <a:ext uri="{FF2B5EF4-FFF2-40B4-BE49-F238E27FC236}">
                <a16:creationId xmlns:a16="http://schemas.microsoft.com/office/drawing/2014/main" id="{9DDE65E2-ADF9-4ECD-93DA-3242E5FF340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92" name="Footer Placeholder 9">
            <a:extLst>
              <a:ext uri="{FF2B5EF4-FFF2-40B4-BE49-F238E27FC236}">
                <a16:creationId xmlns:a16="http://schemas.microsoft.com/office/drawing/2014/main" id="{5B7FAD18-E3EE-4498-AEAC-7217CE6DA7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3" name="Slide Number Placeholder 10">
            <a:extLst>
              <a:ext uri="{FF2B5EF4-FFF2-40B4-BE49-F238E27FC236}">
                <a16:creationId xmlns:a16="http://schemas.microsoft.com/office/drawing/2014/main" id="{5894C940-55FC-4B08-99A8-DD2254FABC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9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ottom Right">
            <a:extLst>
              <a:ext uri="{FF2B5EF4-FFF2-40B4-BE49-F238E27FC236}">
                <a16:creationId xmlns:a16="http://schemas.microsoft.com/office/drawing/2014/main" id="{B023FEDE-FD35-413E-A6E6-2F36BD0D1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3" name="Graphic 157">
              <a:extLst>
                <a:ext uri="{FF2B5EF4-FFF2-40B4-BE49-F238E27FC236}">
                  <a16:creationId xmlns:a16="http://schemas.microsoft.com/office/drawing/2014/main" id="{F296456E-2618-4FC5-BBF1-98139316B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BF8EDC0-C078-4225-BC74-92C170331E38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D11E24B-6171-4BA5-9124-771EEDEA4B01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C6B79974-93CA-440A-90D6-341091F806E7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DC593E8A-F480-4181-9BFA-78603CBA776D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3032549-12BB-4057-B2CF-E2C2F6B5ABE5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3798276-B98D-42F7-AF59-B30CDDB4C987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E548A05F-8BF4-489F-9169-CDD749ADB38E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87E2E0-CC03-4A51-9ADC-3A8F0F8146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4" name="Top left">
            <a:extLst>
              <a:ext uri="{FF2B5EF4-FFF2-40B4-BE49-F238E27FC236}">
                <a16:creationId xmlns:a16="http://schemas.microsoft.com/office/drawing/2014/main" id="{F971CDD8-150B-43CA-B0B4-453E99E54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3FB31C0-83A2-4CA9-9E10-759376BB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7AD3F4D-9E8E-4CDB-8839-1190B87F504B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05B4CB-A75C-4E77-9C9C-E85054415485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6F2C58A-0001-4403-961A-8D72894A87EB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9666267-BD43-43DF-B0BB-96735BF82B20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7B6C40E-1E26-456A-98BF-FD02DE25BBBF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E9DD0F3-80C9-4BAD-BE68-DF9B78B367FC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374254-F113-4FB1-A938-2CBE5B375587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C91688C-CA2F-423F-87BC-5CF5F4A66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653" y="744909"/>
            <a:ext cx="5581561" cy="3155419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en-US" sz="5400">
                <a:cs typeface="Posterama" panose="020B0504020200020000" pitchFamily="34" charset="0"/>
              </a:rPr>
              <a:t>Click to edit Master title style</a:t>
            </a:r>
            <a:endParaRPr lang="en-US" sz="5400" dirty="0">
              <a:cs typeface="Posterama" panose="020B0504020200020000" pitchFamily="34" charset="0"/>
            </a:endParaRPr>
          </a:p>
        </p:txBody>
      </p:sp>
      <p:grpSp>
        <p:nvGrpSpPr>
          <p:cNvPr id="28" name="Cross">
            <a:extLst>
              <a:ext uri="{FF2B5EF4-FFF2-40B4-BE49-F238E27FC236}">
                <a16:creationId xmlns:a16="http://schemas.microsoft.com/office/drawing/2014/main" id="{DE90EA9D-D33A-4461-8A51-988087AEC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48013" y="3330979"/>
            <a:ext cx="118872" cy="118872"/>
            <a:chOff x="1175347" y="3733800"/>
            <a:chExt cx="118872" cy="11887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7119486-F5DF-4CAA-A71E-2861F2CBECF7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C858657-F484-4466-8AFB-7FAD2E65B72F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98D12C8B-CC26-42CF-A68C-CF06CCA79D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2825" y="4075113"/>
            <a:ext cx="5581650" cy="2054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E3C5E9AD-97DA-438E-9830-992F9CA586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32018" y="920426"/>
            <a:ext cx="2478719" cy="4957437"/>
          </a:xfrm>
          <a:custGeom>
            <a:avLst/>
            <a:gdLst>
              <a:gd name="connsiteX0" fmla="*/ 2478719 w 2478719"/>
              <a:gd name="connsiteY0" fmla="*/ 0 h 4957437"/>
              <a:gd name="connsiteX1" fmla="*/ 2478719 w 2478719"/>
              <a:gd name="connsiteY1" fmla="*/ 4957437 h 4957437"/>
              <a:gd name="connsiteX2" fmla="*/ 0 w 2478719"/>
              <a:gd name="connsiteY2" fmla="*/ 2478719 h 4957437"/>
              <a:gd name="connsiteX3" fmla="*/ 2478719 w 2478719"/>
              <a:gd name="connsiteY3" fmla="*/ 0 h 4957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8719" h="4957437">
                <a:moveTo>
                  <a:pt x="2478719" y="0"/>
                </a:moveTo>
                <a:lnTo>
                  <a:pt x="2478719" y="4957437"/>
                </a:lnTo>
                <a:cubicBezTo>
                  <a:pt x="1109777" y="4957437"/>
                  <a:pt x="0" y="3847661"/>
                  <a:pt x="0" y="2478719"/>
                </a:cubicBezTo>
                <a:cubicBezTo>
                  <a:pt x="0" y="1109777"/>
                  <a:pt x="1109777" y="0"/>
                  <a:pt x="247871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9CDCB5D-3CB9-4A05-9109-F46C1FEB08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244935" y="920815"/>
            <a:ext cx="2410165" cy="2410165"/>
          </a:xfrm>
          <a:custGeom>
            <a:avLst/>
            <a:gdLst>
              <a:gd name="connsiteX0" fmla="*/ 0 w 2410165"/>
              <a:gd name="connsiteY0" fmla="*/ 0 h 2410165"/>
              <a:gd name="connsiteX1" fmla="*/ 2410165 w 2410165"/>
              <a:gd name="connsiteY1" fmla="*/ 2410165 h 2410165"/>
              <a:gd name="connsiteX2" fmla="*/ 0 w 2410165"/>
              <a:gd name="connsiteY2" fmla="*/ 2410165 h 2410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0165" h="2410165">
                <a:moveTo>
                  <a:pt x="0" y="0"/>
                </a:moveTo>
                <a:cubicBezTo>
                  <a:pt x="1331082" y="0"/>
                  <a:pt x="2410165" y="1079083"/>
                  <a:pt x="2410165" y="2410165"/>
                </a:cubicBezTo>
                <a:lnTo>
                  <a:pt x="0" y="2410165"/>
                </a:lnTo>
                <a:close/>
              </a:path>
            </a:pathLst>
          </a:custGeom>
        </p:spPr>
        <p:txBody>
          <a:bodyPr wrap="square" anchor="b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</a:t>
            </a:r>
          </a:p>
          <a:p>
            <a:r>
              <a:rPr lang="en-US" dirty="0"/>
              <a:t>add photo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C1949CC4-76B8-4D86-AF8E-6201557DC2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44934" y="3471379"/>
            <a:ext cx="2410165" cy="2406483"/>
          </a:xfrm>
          <a:custGeom>
            <a:avLst/>
            <a:gdLst>
              <a:gd name="connsiteX0" fmla="*/ 0 w 2410165"/>
              <a:gd name="connsiteY0" fmla="*/ 0 h 2406483"/>
              <a:gd name="connsiteX1" fmla="*/ 2410165 w 2410165"/>
              <a:gd name="connsiteY1" fmla="*/ 0 h 2406483"/>
              <a:gd name="connsiteX2" fmla="*/ 0 w 2410165"/>
              <a:gd name="connsiteY2" fmla="*/ 2406483 h 240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0165" h="2406483">
                <a:moveTo>
                  <a:pt x="0" y="0"/>
                </a:moveTo>
                <a:lnTo>
                  <a:pt x="2410165" y="0"/>
                </a:lnTo>
                <a:cubicBezTo>
                  <a:pt x="2410165" y="1329048"/>
                  <a:pt x="1331082" y="2406483"/>
                  <a:pt x="0" y="2406483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</a:t>
            </a:r>
          </a:p>
          <a:p>
            <a:r>
              <a:rPr lang="en-US" dirty="0"/>
              <a:t>add photo</a:t>
            </a:r>
          </a:p>
        </p:txBody>
      </p:sp>
    </p:spTree>
    <p:extLst>
      <p:ext uri="{BB962C8B-B14F-4D97-AF65-F5344CB8AC3E}">
        <p14:creationId xmlns:p14="http://schemas.microsoft.com/office/powerpoint/2010/main" val="375575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1225C57A-6BA3-4E88-81DB-F98A7E8F9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F9A67F-2D88-49BB-87D0-5430BD24E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" name="Top left">
            <a:extLst>
              <a:ext uri="{FF2B5EF4-FFF2-40B4-BE49-F238E27FC236}">
                <a16:creationId xmlns:a16="http://schemas.microsoft.com/office/drawing/2014/main" id="{F5534F84-ABA8-471C-A8B7-F32A0AD1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120E573-F17E-4067-ACC7-2CFE0E36A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A9A04E4-A99F-444D-8C94-C8345135FEB6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25C62E1-A6EA-45F5-98E7-AFC16D32A1EE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49BBA52-97E5-462E-89FE-054F9420E234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548F12-A85E-4D96-A275-D42CC29DE220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1A48A8C-0AD8-4EE1-ABFC-3BC7281B3417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D288D21-2CC5-4CD1-A620-1F777FCFB123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A40365-E048-4BD5-B813-8F22247869EE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8F5D6640-231E-4BB4-AE0F-70176A3B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32539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4" name="Bottom Right">
            <a:extLst>
              <a:ext uri="{FF2B5EF4-FFF2-40B4-BE49-F238E27FC236}">
                <a16:creationId xmlns:a16="http://schemas.microsoft.com/office/drawing/2014/main" id="{2B5DBC70-6B80-4634-BE74-063E4A256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4F2F0A0F-98AB-4BFF-A7D6-2AD57BBE6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D4C8780-103D-4273-8C53-67974B2A94DC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AD6E1B3-1715-4109-8CB1-9105B0BFA994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8820D0E-8FC9-4216-A6BF-2299C5AF7C14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F0D6914-EF36-446C-9B37-B29925ED144F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FAE074B-38DD-4BDA-A83B-AC2A1E8D1664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8DE4EEA-58F1-46B6-B27D-4542CA39C042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436828B-D2E1-4D62-AAF4-796CB97FF892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85C3206-220B-4FE2-A199-6D4F2D7CE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8" name="Date Placeholder 8">
            <a:extLst>
              <a:ext uri="{FF2B5EF4-FFF2-40B4-BE49-F238E27FC236}">
                <a16:creationId xmlns:a16="http://schemas.microsoft.com/office/drawing/2014/main" id="{B26AF064-D340-46EA-9C15-A6CB4E3764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29" name="Footer Placeholder 9">
            <a:extLst>
              <a:ext uri="{FF2B5EF4-FFF2-40B4-BE49-F238E27FC236}">
                <a16:creationId xmlns:a16="http://schemas.microsoft.com/office/drawing/2014/main" id="{03F75FA5-935D-4AF9-B1EF-2F4DAAE5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0" name="Slide Number Placeholder 10">
            <a:extLst>
              <a:ext uri="{FF2B5EF4-FFF2-40B4-BE49-F238E27FC236}">
                <a16:creationId xmlns:a16="http://schemas.microsoft.com/office/drawing/2014/main" id="{71F9F335-851C-42ED-B5C1-9FABCA15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330C721-3559-4CDE-B4AF-4F7C98229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33513" y="2343150"/>
            <a:ext cx="9324975" cy="3552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64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id="{6B68C4F3-DA58-488E-A1B9-C574806E0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C14282E-9BBD-4DB8-9BEF-3B2029C43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4227016-75FE-458D-8526-2BC0F6325277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8D36287-4581-4AB3-AD73-BB1788B529CE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A687500-D055-420B-BA89-C2497BEC9CEE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61ED86A-A615-457B-B605-DDEFA04887AA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9B08EFF-6109-4E38-8AE0-C0DC57673936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62AAAC3-A562-4FFF-9C3D-2A15BB0C8217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532044-D738-480C-BFDC-BA047A4549FB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0E6D5A92-6D6E-4B53-BA01-E1231CF6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32539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4" name="Bottom Right">
            <a:extLst>
              <a:ext uri="{FF2B5EF4-FFF2-40B4-BE49-F238E27FC236}">
                <a16:creationId xmlns:a16="http://schemas.microsoft.com/office/drawing/2014/main" id="{933458C1-788D-4D50-BC21-6447B0730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0D41BA5F-BA2A-4386-A7B4-FB811DF51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FDE3885-EA9A-4FF9-84BD-B43D6D1ED4DD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B0097-BB98-4FEC-A705-D82D6A97CA25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0E6CFFF-B349-4360-92E1-0451760008D5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A22594E-9B08-4B25-8789-304CA2FC58A4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E707CB4-8E5B-40D8-A59A-38A6B3619F24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1A45863-5560-4ACD-ACE3-94776845B138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D8510C7-0AAE-424E-8D10-9E3FC0DB98F1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BA78C71-D0E4-4A5E-B6DB-3065CB6A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4" name="Date Placeholder 8">
            <a:extLst>
              <a:ext uri="{FF2B5EF4-FFF2-40B4-BE49-F238E27FC236}">
                <a16:creationId xmlns:a16="http://schemas.microsoft.com/office/drawing/2014/main" id="{4EC9294D-6492-44C5-AE14-74B5D86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25" name="Footer Placeholder 9">
            <a:extLst>
              <a:ext uri="{FF2B5EF4-FFF2-40B4-BE49-F238E27FC236}">
                <a16:creationId xmlns:a16="http://schemas.microsoft.com/office/drawing/2014/main" id="{0E08DE30-AEBD-48F0-A130-0753399D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6" name="Slide Number Placeholder 10">
            <a:extLst>
              <a:ext uri="{FF2B5EF4-FFF2-40B4-BE49-F238E27FC236}">
                <a16:creationId xmlns:a16="http://schemas.microsoft.com/office/drawing/2014/main" id="{71415C84-324E-4C0D-B691-C384E436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A6618-F041-427E-AE99-91D2386AE8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0550" y="2055813"/>
            <a:ext cx="8662988" cy="3309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418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Top left">
            <a:extLst>
              <a:ext uri="{FF2B5EF4-FFF2-40B4-BE49-F238E27FC236}">
                <a16:creationId xmlns:a16="http://schemas.microsoft.com/office/drawing/2014/main" id="{E7C1007A-38A4-44A0-BF98-887471DFF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FC8DFC3-A77D-4047-89B1-5A9587DD9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367B319-DB4D-49DE-8B1B-D2F94F892C83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B6224A-9986-4980-9954-62E88B4E23A7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4F0DA6F-4771-4DAA-B032-F2F1CD6D7FFF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826A14-FAD5-41CA-8B7E-B4938DC64FB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AD248F0-8D25-4CDF-814F-87863C8D4959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E247D0-EA10-4307-A6D9-DC65CD336229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16F0BC8-01B3-4EA5-8D3C-D08A7083C407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17" name="Bottom Right">
            <a:extLst>
              <a:ext uri="{FF2B5EF4-FFF2-40B4-BE49-F238E27FC236}">
                <a16:creationId xmlns:a16="http://schemas.microsoft.com/office/drawing/2014/main" id="{3C4C6F91-040E-49E0-B048-C983B556B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8" name="Graphic 157">
              <a:extLst>
                <a:ext uri="{FF2B5EF4-FFF2-40B4-BE49-F238E27FC236}">
                  <a16:creationId xmlns:a16="http://schemas.microsoft.com/office/drawing/2014/main" id="{5F735938-366A-4689-940D-6AC867D18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82D0C32-CA40-4D76-A0AE-355F4EDE9E47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AA2F5B-1059-4660-A88B-0138D3DEA11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DBAAE2E-B09E-47A6-88B0-3B386570963B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80123DD0-D648-4002-B4DD-748944CF16C9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0FFF952-E585-449F-8014-AF83F5F6BF02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0910C5D-897F-48B1-BECF-735BDC46365B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8633913-4C49-4FE2-A15B-78DE0FD26852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9958AAF-ED1A-47A9-A07D-09465AF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6" name="Picture Placeholder 44">
            <a:extLst>
              <a:ext uri="{FF2B5EF4-FFF2-40B4-BE49-F238E27FC236}">
                <a16:creationId xmlns:a16="http://schemas.microsoft.com/office/drawing/2014/main" id="{FA2F33D7-521D-4F09-A571-EC79B9DD0E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962" y="588461"/>
            <a:ext cx="12194962" cy="5724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4AEF9-63A1-44CB-BD42-5FDC2C57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4263" y="1506070"/>
            <a:ext cx="4456111" cy="313540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1000"/>
              </a:spcBef>
              <a:defRPr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5C6D6C0E-14CB-497A-A6C2-E067A88FA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34263" y="4778001"/>
            <a:ext cx="4430712" cy="971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en-US" dirty="0"/>
              <a:t>Click to subtitle</a:t>
            </a:r>
          </a:p>
        </p:txBody>
      </p:sp>
      <p:sp>
        <p:nvSpPr>
          <p:cNvPr id="47" name="Date Placeholder 8">
            <a:extLst>
              <a:ext uri="{FF2B5EF4-FFF2-40B4-BE49-F238E27FC236}">
                <a16:creationId xmlns:a16="http://schemas.microsoft.com/office/drawing/2014/main" id="{57880508-D524-4D72-B2D9-3EABCCBA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48" name="Footer Placeholder 9">
            <a:extLst>
              <a:ext uri="{FF2B5EF4-FFF2-40B4-BE49-F238E27FC236}">
                <a16:creationId xmlns:a16="http://schemas.microsoft.com/office/drawing/2014/main" id="{FC67283E-EA51-43E9-A8CE-4D01EABC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9" name="Slide Number Placeholder 10">
            <a:extLst>
              <a:ext uri="{FF2B5EF4-FFF2-40B4-BE49-F238E27FC236}">
                <a16:creationId xmlns:a16="http://schemas.microsoft.com/office/drawing/2014/main" id="{5008A3F2-2B1F-4E12-8D14-128006A2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17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id="{698EF02E-6CA2-4CA6-9212-FFB45FA9A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D5EB16E-0C22-49FD-A9C9-C4F0599D6A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6172559-F798-4A8A-9698-620049B5E1E3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EF78E13-7F65-4E92-9600-C7EB240AAFB8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9D42D9C-D474-4039-AED0-7E1055E2B8DD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B9CCFDE-F5F0-4883-8851-0FDCF34A1E9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4195171-BFB5-4F1E-A417-55F80F5148AE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8D4B3A-91E6-4C2F-9123-094E5718BFCE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325D776-3B6A-4BAA-B4F0-0944C0EABAEF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13" name="Bottom Right">
            <a:extLst>
              <a:ext uri="{FF2B5EF4-FFF2-40B4-BE49-F238E27FC236}">
                <a16:creationId xmlns:a16="http://schemas.microsoft.com/office/drawing/2014/main" id="{D45C93FD-55BA-4F2D-90F8-6DD517383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4" name="Graphic 157">
              <a:extLst>
                <a:ext uri="{FF2B5EF4-FFF2-40B4-BE49-F238E27FC236}">
                  <a16:creationId xmlns:a16="http://schemas.microsoft.com/office/drawing/2014/main" id="{18B36122-15B8-4C6F-906C-77A513D37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50C0A59-1449-4599-8828-44025BFECBEE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9C52D9E-28AD-486F-B7C4-F04A7C4801E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909F516-4614-4EFB-BCB1-15AA5C678F14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3F02F4A-40B8-4D3C-B6B1-90E7B65255E8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BDCF159-602C-402C-A70E-34753F59D0F4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EB71FB2-F1B2-4117-BA16-95D8C9AC3E5E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2E9C5BE-5CF5-4EB1-8D41-FA7AA2DAE423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9625B7A-8E4D-40D0-A98E-7A64991B9E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339C0337-ABAF-49EC-BD34-55A05ADF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4625685"/>
            <a:ext cx="9988166" cy="1495403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Date Placeholder 8">
            <a:extLst>
              <a:ext uri="{FF2B5EF4-FFF2-40B4-BE49-F238E27FC236}">
                <a16:creationId xmlns:a16="http://schemas.microsoft.com/office/drawing/2014/main" id="{595B4059-AC5C-40F9-903D-D05AF8A73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29" name="Footer Placeholder 9">
            <a:extLst>
              <a:ext uri="{FF2B5EF4-FFF2-40B4-BE49-F238E27FC236}">
                <a16:creationId xmlns:a16="http://schemas.microsoft.com/office/drawing/2014/main" id="{9E19627B-F45E-41E4-8387-B5D665DB6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0" name="Slide Number Placeholder 10">
            <a:extLst>
              <a:ext uri="{FF2B5EF4-FFF2-40B4-BE49-F238E27FC236}">
                <a16:creationId xmlns:a16="http://schemas.microsoft.com/office/drawing/2014/main" id="{7AA8C8B6-7507-4A7B-A983-5D1FC6DB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D2FE6-7CCA-4BAA-A914-84C119AE8F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1863" y="736600"/>
            <a:ext cx="10328275" cy="4314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22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id="{2FFEA91A-0EFC-48F7-B7D5-80A0E1B76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16EB67A-55A4-4D1D-925D-7970028D9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5E55AEF-DB73-4710-9416-FEB3FD97C15C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2908CE-9399-4B3D-AA3B-9C535EF8B4AD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639D73A-BE27-4C16-844B-7258A8A11179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A76B215-E0A3-46C3-9D5F-9365987E538A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6EC2A41-C8B0-4DAF-963A-25A1129447CA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A7290A1-550E-4C14-9692-08A32E701314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C1450BD-4122-4D86-ABD1-F26F1194C6E6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13" name="Bottom Right">
            <a:extLst>
              <a:ext uri="{FF2B5EF4-FFF2-40B4-BE49-F238E27FC236}">
                <a16:creationId xmlns:a16="http://schemas.microsoft.com/office/drawing/2014/main" id="{BE4E36A0-93C4-40C8-8EEF-C463BBC76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4" name="Graphic 157">
              <a:extLst>
                <a:ext uri="{FF2B5EF4-FFF2-40B4-BE49-F238E27FC236}">
                  <a16:creationId xmlns:a16="http://schemas.microsoft.com/office/drawing/2014/main" id="{1CCF8ACD-1787-41D1-B29E-E10FAE0330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C622B3C7-2A88-4657-8DEC-962E52F43F11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C36A0C0-7D0D-4D1D-9316-224CF1A823A4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D8D15477-C8B6-4ADB-BD54-698A9B5915EB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0A4C13F-5758-4BE4-9925-C6E35301C4B7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9A29BFA-3801-4847-A1E1-87A32423B402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0C42F85-0FBE-48C0-A629-8BC17C93C2FB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E443C38-4EE5-4E5F-ADF6-66502151DB3F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54DE6C-441A-4CEF-B2BF-E2755FD91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4E5B71B3-BF16-460A-B638-D1A60433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4625685"/>
            <a:ext cx="9988166" cy="1495403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Date Placeholder 8">
            <a:extLst>
              <a:ext uri="{FF2B5EF4-FFF2-40B4-BE49-F238E27FC236}">
                <a16:creationId xmlns:a16="http://schemas.microsoft.com/office/drawing/2014/main" id="{9571135A-2E5D-477D-B14A-2B9AA455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25" name="Footer Placeholder 9">
            <a:extLst>
              <a:ext uri="{FF2B5EF4-FFF2-40B4-BE49-F238E27FC236}">
                <a16:creationId xmlns:a16="http://schemas.microsoft.com/office/drawing/2014/main" id="{13453AD8-C108-4346-9519-C496F8B0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6" name="Slide Number Placeholder 10">
            <a:extLst>
              <a:ext uri="{FF2B5EF4-FFF2-40B4-BE49-F238E27FC236}">
                <a16:creationId xmlns:a16="http://schemas.microsoft.com/office/drawing/2014/main" id="{EBB5DBC4-2BAD-41DC-AFCC-11E01A84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7A857-1402-4ABB-A7CC-9467704990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1350" y="501650"/>
            <a:ext cx="10909300" cy="4349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24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id="{BBD4F959-5EA4-4F76-B85B-21D723B3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EA59C57-9D10-43F2-A117-CF056B0EE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FBE050-1863-42EC-8923-851534803290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3B1833D-57B2-41AD-9621-7D5A33B79274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6CF914-CBD8-4950-AC92-B6D0618B9537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C115E25-746D-4185-9005-7A0A71516E6A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3669368-7C2F-4AAB-8948-A821629A7F57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CA60BEC-2BDB-42C0-8A61-4653057BEE3C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734BC0-49E3-41A4-AB17-D87FF2D36F92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82113BB3-DE71-4C25-A6D0-241EC8A2B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9795636" cy="1335662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D0D7D96-3677-493A-BA3B-CCC0ACA7D5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5388" y="2107496"/>
            <a:ext cx="4756714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C164B7E-5CDD-4C49-94D6-CBB9803DD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281" y="2717782"/>
            <a:ext cx="4745568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grpSp>
        <p:nvGrpSpPr>
          <p:cNvPr id="17" name="Bottom Right">
            <a:extLst>
              <a:ext uri="{FF2B5EF4-FFF2-40B4-BE49-F238E27FC236}">
                <a16:creationId xmlns:a16="http://schemas.microsoft.com/office/drawing/2014/main" id="{FDEE985A-E675-4CC8-AB6B-94F735668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FC5E817-3F3A-422C-88A5-0EDF0234D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9" name="Graphic 157">
              <a:extLst>
                <a:ext uri="{FF2B5EF4-FFF2-40B4-BE49-F238E27FC236}">
                  <a16:creationId xmlns:a16="http://schemas.microsoft.com/office/drawing/2014/main" id="{121B83E4-00E3-40BA-9880-8A0D84CD3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B568EA9-E3D2-4FE2-A215-56181CD8DC0D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86325F6-B50A-451C-9242-76F44D08BCD0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BD3EC36-E2A2-4E31-9B9A-DB99BCB1FFCD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B0C0B52-C62D-4870-95FC-E72200874998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A1BC770-E7E8-4B4C-9E44-AF28FF3478C6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FC082B-D4DC-4554-BD0D-A01C683AD833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CEA946C-6AE4-4E0A-9096-BA3FFF9956E8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0D7998-F951-4D21-85A4-F7F808621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9B5560C7-50D0-4CC5-AD89-48007BB98B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3612" y="2107388"/>
            <a:ext cx="4756714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8AD3389-AD6B-43DD-A8D3-747CC563844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43505" y="2717674"/>
            <a:ext cx="4745568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32" name="Date Placeholder 8">
            <a:extLst>
              <a:ext uri="{FF2B5EF4-FFF2-40B4-BE49-F238E27FC236}">
                <a16:creationId xmlns:a16="http://schemas.microsoft.com/office/drawing/2014/main" id="{20D0392A-9FDF-463E-8831-4E691425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33" name="Footer Placeholder 9">
            <a:extLst>
              <a:ext uri="{FF2B5EF4-FFF2-40B4-BE49-F238E27FC236}">
                <a16:creationId xmlns:a16="http://schemas.microsoft.com/office/drawing/2014/main" id="{1DDEDA5B-5F9E-4C6B-A89B-05B29AF7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10">
            <a:extLst>
              <a:ext uri="{FF2B5EF4-FFF2-40B4-BE49-F238E27FC236}">
                <a16:creationId xmlns:a16="http://schemas.microsoft.com/office/drawing/2014/main" id="{C8ED2EA9-7B76-428A-B33B-166EFA24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70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op Left">
            <a:extLst>
              <a:ext uri="{FF2B5EF4-FFF2-40B4-BE49-F238E27FC236}">
                <a16:creationId xmlns:a16="http://schemas.microsoft.com/office/drawing/2014/main" id="{F814A4FB-5C5F-4FBA-8692-F2853E8F3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980A145-1B2A-495B-BB8D-3217B4432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984DC62-D617-4E12-A239-CDDF4B6B262E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8A564AC-EDDB-4E4E-BDB1-E48BAD8588ED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9464CE0-3907-4E76-AFE6-DE1A516EDF34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B3B21B9-2870-497E-829A-0CC4F700846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09A199D-FF1B-459F-930B-A6D196E86E30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7E0149D-5979-466E-A1C2-993EA08A6504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1FDA39F-7BD7-4DDD-9428-51E38CD97ED1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EB1A75F4-7B0E-4667-A4CC-A89FC6C5D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9795636" cy="1335662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BD1F0F39-9F6D-4B25-8117-CC1868D8FD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044" y="2107496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F61A9F3-10B2-440F-8037-9098D468B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37" y="2717782"/>
            <a:ext cx="3319569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grpSp>
        <p:nvGrpSpPr>
          <p:cNvPr id="13" name="Bottom Right">
            <a:extLst>
              <a:ext uri="{FF2B5EF4-FFF2-40B4-BE49-F238E27FC236}">
                <a16:creationId xmlns:a16="http://schemas.microsoft.com/office/drawing/2014/main" id="{42796FA7-0B8D-4A6A-B372-11F871284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E9DEDEF-994C-4A05-BAA2-67F5BD834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BB94129B-E855-47D6-9855-B7BBA9196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51AB20C-DF56-47C5-896F-0DB80D03FDC8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FDCBD64-0658-4106-89B1-85886D501AF4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4A46042-D02F-49E2-94BE-4343D185C109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BB3FF94-2A73-4E66-B0F7-52680ACEE507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F248489-3035-4F9D-B606-06A95BB4E166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689AA6E-4D9C-4F1F-8400-646DBC1DEB4D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4D905AEC-08D4-41F2-AD1B-63851B364937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599A04F-CD3E-4093-A4F6-84E34675C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CAD7B113-A329-4BA2-AFE9-605C0245BE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3061" y="2107496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D6DC0D7-6E45-4762-A081-2A9D1DF03B9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422954" y="2717782"/>
            <a:ext cx="3319569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2827B4A-2F73-4A8C-9EB2-DE175123E9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16137" y="2107496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274DFA3-F7E2-4525-B0FD-F36F75AC670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16030" y="2717782"/>
            <a:ext cx="3319569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25" name="Date Placeholder 8">
            <a:extLst>
              <a:ext uri="{FF2B5EF4-FFF2-40B4-BE49-F238E27FC236}">
                <a16:creationId xmlns:a16="http://schemas.microsoft.com/office/drawing/2014/main" id="{D7DADA0B-95F3-437B-BB04-284E5066D3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26" name="Footer Placeholder 9">
            <a:extLst>
              <a:ext uri="{FF2B5EF4-FFF2-40B4-BE49-F238E27FC236}">
                <a16:creationId xmlns:a16="http://schemas.microsoft.com/office/drawing/2014/main" id="{79EB3AB4-7EA2-4CAC-A6BD-9D885C897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10">
            <a:extLst>
              <a:ext uri="{FF2B5EF4-FFF2-40B4-BE49-F238E27FC236}">
                <a16:creationId xmlns:a16="http://schemas.microsoft.com/office/drawing/2014/main" id="{5F4C612D-28B2-4621-BF60-4C517747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95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ottom Right">
            <a:extLst>
              <a:ext uri="{FF2B5EF4-FFF2-40B4-BE49-F238E27FC236}">
                <a16:creationId xmlns:a16="http://schemas.microsoft.com/office/drawing/2014/main" id="{562BD150-E869-44AC-B0E8-35618F795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F918A15-3E7F-42BB-83AB-473EF76AB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0" name="Graphic 157">
              <a:extLst>
                <a:ext uri="{FF2B5EF4-FFF2-40B4-BE49-F238E27FC236}">
                  <a16:creationId xmlns:a16="http://schemas.microsoft.com/office/drawing/2014/main" id="{1AA9D900-7A0C-4788-85E0-9329B727A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839D0A43-40DB-4967-BF0C-05CB54D3DF2C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6C7E54F-930C-4B8D-9CE6-DCC37269B13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4F6F66D-CC67-443B-9CB5-FFD695ED4518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B392295-CB7C-4805-B4B1-AC7531AC270A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91ADCAAB-0B5C-4495-8D5D-32C87A21407D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8F02E2A1-7B5F-4C33-98CD-98E24B61EFFB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577F4AD-5552-4A2F-A3FA-67834BF96FBE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17EE90C-247C-4F8E-9B86-BD7E31F12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985E1522-3C37-44A6-81DC-1BF369AF0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4098524"/>
            <a:ext cx="5996628" cy="22260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en-US" sz="5400">
                <a:cs typeface="Posterama" panose="020B0504020200020000" pitchFamily="34" charset="0"/>
              </a:rPr>
              <a:t>Click to edit Master title style</a:t>
            </a:r>
            <a:endParaRPr lang="en-US" sz="5400" dirty="0">
              <a:cs typeface="Posterama" panose="020B0504020200020000" pitchFamily="34" charset="0"/>
            </a:endParaRP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5048357E-69C2-4F32-8C47-3D84340F6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5430" y="4085112"/>
            <a:ext cx="3997745" cy="2228758"/>
          </a:xfrm>
          <a:prstGeom prst="rect">
            <a:avLst/>
          </a:prstGeom>
        </p:spPr>
        <p:txBody>
          <a:bodyPr anchor="ctr"/>
          <a:lstStyle/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63" name="Date Placeholder 8">
            <a:extLst>
              <a:ext uri="{FF2B5EF4-FFF2-40B4-BE49-F238E27FC236}">
                <a16:creationId xmlns:a16="http://schemas.microsoft.com/office/drawing/2014/main" id="{0CB3C12F-97EC-48F0-B4FC-924D91EC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64" name="Footer Placeholder 9">
            <a:extLst>
              <a:ext uri="{FF2B5EF4-FFF2-40B4-BE49-F238E27FC236}">
                <a16:creationId xmlns:a16="http://schemas.microsoft.com/office/drawing/2014/main" id="{E3780E67-8AD7-4AB6-880C-281395A8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10">
            <a:extLst>
              <a:ext uri="{FF2B5EF4-FFF2-40B4-BE49-F238E27FC236}">
                <a16:creationId xmlns:a16="http://schemas.microsoft.com/office/drawing/2014/main" id="{28F5F854-E7C5-4C18-A6E1-ECEF9BDE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22FBEE11-58B3-429A-8DAC-6A64A613383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9842" y="0"/>
            <a:ext cx="11084189" cy="3854030"/>
          </a:xfrm>
          <a:custGeom>
            <a:avLst/>
            <a:gdLst>
              <a:gd name="connsiteX0" fmla="*/ 0 w 11084189"/>
              <a:gd name="connsiteY0" fmla="*/ 0 h 3854030"/>
              <a:gd name="connsiteX1" fmla="*/ 11084189 w 11084189"/>
              <a:gd name="connsiteY1" fmla="*/ 0 h 3854030"/>
              <a:gd name="connsiteX2" fmla="*/ 11061525 w 11084189"/>
              <a:gd name="connsiteY2" fmla="*/ 105743 h 3854030"/>
              <a:gd name="connsiteX3" fmla="*/ 5542094 w 11084189"/>
              <a:gd name="connsiteY3" fmla="*/ 3854030 h 3854030"/>
              <a:gd name="connsiteX4" fmla="*/ 22663 w 11084189"/>
              <a:gd name="connsiteY4" fmla="*/ 105743 h 3854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84189" h="3854030">
                <a:moveTo>
                  <a:pt x="0" y="0"/>
                </a:moveTo>
                <a:lnTo>
                  <a:pt x="11084189" y="0"/>
                </a:lnTo>
                <a:lnTo>
                  <a:pt x="11061525" y="105743"/>
                </a:lnTo>
                <a:cubicBezTo>
                  <a:pt x="10536186" y="2244886"/>
                  <a:pt x="8264668" y="3854030"/>
                  <a:pt x="5542094" y="3854030"/>
                </a:cubicBezTo>
                <a:cubicBezTo>
                  <a:pt x="2819520" y="3854030"/>
                  <a:pt x="548002" y="2244886"/>
                  <a:pt x="22663" y="10574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grpSp>
        <p:nvGrpSpPr>
          <p:cNvPr id="14" name="Top Left">
            <a:extLst>
              <a:ext uri="{FF2B5EF4-FFF2-40B4-BE49-F238E27FC236}">
                <a16:creationId xmlns:a16="http://schemas.microsoft.com/office/drawing/2014/main" id="{33360105-7353-4ECE-84E2-90AB638A3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5AB2A0-6800-4AD4-A205-3E8C1112BC30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B26919-92C3-4374-AE4E-4317D65064C0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6716C0-CAC5-41FA-B385-EBA8AFFDF128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E7C1332-4CF7-41C1-ACC4-6C23744D478F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C35C136-D3C6-42F1-840C-EE7B2BA3776E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98CB80-2DAC-44B7-B719-6DF8BC2DBB91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0613FF3-B071-4C0E-B6E7-6815CCCC403A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Cross">
            <a:extLst>
              <a:ext uri="{FF2B5EF4-FFF2-40B4-BE49-F238E27FC236}">
                <a16:creationId xmlns:a16="http://schemas.microsoft.com/office/drawing/2014/main" id="{54409833-5EAC-4A40-B5BB-DE8282DD8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8476" y="143843"/>
            <a:ext cx="118872" cy="118872"/>
            <a:chOff x="1175347" y="3733800"/>
            <a:chExt cx="118872" cy="11887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B9F7703-741D-4FB8-8620-F3BBFF5A0157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C34E00B-1518-4EAC-A170-4D2B5C23FB6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5" name="Cross">
            <a:extLst>
              <a:ext uri="{FF2B5EF4-FFF2-40B4-BE49-F238E27FC236}">
                <a16:creationId xmlns:a16="http://schemas.microsoft.com/office/drawing/2014/main" id="{CFFED490-4247-4E3E-8A2E-5AF8A14E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00876" y="296243"/>
            <a:ext cx="118872" cy="118872"/>
            <a:chOff x="1175347" y="3733800"/>
            <a:chExt cx="118872" cy="11887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A378251-A149-4A27-9D43-C6E87A300F23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7ADD3F7-FA3D-4A72-B8B3-3FCBBFCB0ACF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459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"/>
          <p:cNvSpPr txBox="1">
            <a:spLocks noGrp="1"/>
          </p:cNvSpPr>
          <p:nvPr>
            <p:ph type="title"/>
          </p:nvPr>
        </p:nvSpPr>
        <p:spPr>
          <a:xfrm>
            <a:off x="960000" y="615833"/>
            <a:ext cx="10272000" cy="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"/>
          <p:cNvSpPr txBox="1">
            <a:spLocks noGrp="1"/>
          </p:cNvSpPr>
          <p:nvPr>
            <p:ph type="body" idx="1"/>
          </p:nvPr>
        </p:nvSpPr>
        <p:spPr>
          <a:xfrm>
            <a:off x="960000" y="1656567"/>
            <a:ext cx="10272000" cy="443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/>
            </a:lvl1pPr>
            <a:lvl2pPr marL="1219170" lvl="1" indent="-440256">
              <a:spcBef>
                <a:spcPts val="2133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2133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2133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2133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2133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2133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2133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829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15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  <p:sldLayoutId id="2147483722" r:id="rId1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7A4E62-501B-89C8-BCA8-7130435567D7}"/>
              </a:ext>
            </a:extLst>
          </p:cNvPr>
          <p:cNvGraphicFramePr>
            <a:graphicFrameLocks noGrp="1"/>
          </p:cNvGraphicFramePr>
          <p:nvPr/>
        </p:nvGraphicFramePr>
        <p:xfrm>
          <a:off x="-2" y="-3045"/>
          <a:ext cx="12192000" cy="11684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3B02891-511C-7ED3-36D3-5D7277CCA100}"/>
              </a:ext>
            </a:extLst>
          </p:cNvPr>
          <p:cNvSpPr/>
          <p:nvPr/>
        </p:nvSpPr>
        <p:spPr>
          <a:xfrm>
            <a:off x="1" y="102640"/>
            <a:ext cx="12192000" cy="576072"/>
          </a:xfrm>
          <a:prstGeom prst="rect">
            <a:avLst/>
          </a:prstGeom>
          <a:solidFill>
            <a:srgbClr val="9C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sz="2800" b="1" dirty="0">
                <a:solidFill>
                  <a:schemeClr val="tx1"/>
                </a:solidFill>
              </a:rPr>
              <a:t>Chaos-Informed Forecaster — Lorenz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B28AB-49E8-C915-BBF4-5125445E5A17}"/>
              </a:ext>
            </a:extLst>
          </p:cNvPr>
          <p:cNvSpPr/>
          <p:nvPr/>
        </p:nvSpPr>
        <p:spPr>
          <a:xfrm>
            <a:off x="1" y="6281928"/>
            <a:ext cx="12192000" cy="576072"/>
          </a:xfrm>
          <a:prstGeom prst="rect">
            <a:avLst/>
          </a:prstGeom>
          <a:solidFill>
            <a:srgbClr val="4982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u="sng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136E51-9711-8F83-1EF6-5ED1292BE049}"/>
              </a:ext>
            </a:extLst>
          </p:cNvPr>
          <p:cNvGrpSpPr/>
          <p:nvPr/>
        </p:nvGrpSpPr>
        <p:grpSpPr>
          <a:xfrm>
            <a:off x="8752138" y="6281928"/>
            <a:ext cx="3122360" cy="576072"/>
            <a:chOff x="8752138" y="6281928"/>
            <a:chExt cx="3122360" cy="5760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48F162-0913-6084-027A-FD6BB8C420D1}"/>
                </a:ext>
              </a:extLst>
            </p:cNvPr>
            <p:cNvSpPr/>
            <p:nvPr/>
          </p:nvSpPr>
          <p:spPr>
            <a:xfrm>
              <a:off x="8752138" y="6386992"/>
              <a:ext cx="2468313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851637-F902-51FC-208E-C18BEF30640C}"/>
                </a:ext>
              </a:extLst>
            </p:cNvPr>
            <p:cNvSpPr/>
            <p:nvPr/>
          </p:nvSpPr>
          <p:spPr>
            <a:xfrm>
              <a:off x="11315700" y="6281928"/>
              <a:ext cx="558798" cy="576072"/>
            </a:xfrm>
            <a:prstGeom prst="rect">
              <a:avLst/>
            </a:prstGeom>
            <a:solidFill>
              <a:srgbClr val="4982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02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E96432B-FB70-C5B9-A108-1A991520B223}"/>
                </a:ext>
              </a:extLst>
            </p:cNvPr>
            <p:cNvCxnSpPr/>
            <p:nvPr/>
          </p:nvCxnSpPr>
          <p:spPr>
            <a:xfrm>
              <a:off x="11220451" y="6444303"/>
              <a:ext cx="0" cy="25471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Google Shape;285;p37">
            <a:extLst>
              <a:ext uri="{FF2B5EF4-FFF2-40B4-BE49-F238E27FC236}">
                <a16:creationId xmlns:a16="http://schemas.microsoft.com/office/drawing/2014/main" id="{F8CC66BB-8576-0E5A-AE58-E230B2D84C64}"/>
              </a:ext>
            </a:extLst>
          </p:cNvPr>
          <p:cNvSpPr txBox="1">
            <a:spLocks/>
          </p:cNvSpPr>
          <p:nvPr/>
        </p:nvSpPr>
        <p:spPr>
          <a:xfrm>
            <a:off x="3648434" y="1031750"/>
            <a:ext cx="8543564" cy="4861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venir Next LT Pro" panose="020B0504020202020204" pitchFamily="34" charset="0"/>
              <a:buChar char="●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219170" lvl="1" indent="-440256" algn="l" defTabSz="914400" rtl="0" eaLnBrk="1" latinLnBrk="0" hangingPunct="1">
              <a:lnSpc>
                <a:spcPct val="110000"/>
              </a:lnSpc>
              <a:spcBef>
                <a:spcPts val="2133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 Next LT Pro" panose="020B0504020202020204" pitchFamily="34" charset="0"/>
              <a:buChar char="○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28754" lvl="2" indent="-440256" algn="l" defTabSz="914400" rtl="0" eaLnBrk="1" latinLnBrk="0" hangingPunct="1">
              <a:lnSpc>
                <a:spcPct val="110000"/>
              </a:lnSpc>
              <a:spcBef>
                <a:spcPts val="2133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 Next LT Pro" panose="020B0504020202020204" pitchFamily="34" charset="0"/>
              <a:buChar char="■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438339" lvl="3" indent="-440256" algn="l" defTabSz="914400" rtl="0" eaLnBrk="1" latinLnBrk="0" hangingPunct="1">
              <a:lnSpc>
                <a:spcPct val="110000"/>
              </a:lnSpc>
              <a:spcBef>
                <a:spcPts val="2133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 Next LT Pro" panose="020B0504020202020204" pitchFamily="34" charset="0"/>
              <a:buChar char="●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047924" lvl="4" indent="-440256" algn="l" defTabSz="914400" rtl="0" eaLnBrk="1" latinLnBrk="0" hangingPunct="1">
              <a:lnSpc>
                <a:spcPct val="110000"/>
              </a:lnSpc>
              <a:spcBef>
                <a:spcPts val="2133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 Next LT Pro" panose="020B05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657509" lvl="5" indent="-44025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4025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4025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4025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6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15" name="TextBox 14"/>
          <p:cNvSpPr txBox="1"/>
          <p:nvPr/>
        </p:nvSpPr>
        <p:spPr>
          <a:xfrm>
            <a:off x="8489576" y="130000"/>
            <a:ext cx="3510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dirty="0"/>
              <a:t>Ibrahim Hanafy</a:t>
            </a:r>
          </a:p>
        </p:txBody>
      </p:sp>
      <p:pic>
        <p:nvPicPr>
          <p:cNvPr id="16" name="Picture 15" descr="lorenz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900000"/>
            <a:ext cx="3000000" cy="280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00000" y="800000"/>
            <a:ext cx="85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500" b="1" i="0" dirty="0">
                <a:solidFill>
                  <a:srgbClr val="2C3E50"/>
                </a:solidFill>
              </a:rPr>
              <a:t>Architecture: Chaos-Informed NGRC–TCN Encoder–Decoder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endParaRPr sz="1500" b="1" i="0" dirty="0">
              <a:solidFill>
                <a:srgbClr val="2C3E50"/>
              </a:solidFill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1" i="0" dirty="0">
                <a:solidFill>
                  <a:srgbClr val="4982B8"/>
                </a:solidFill>
              </a:rPr>
              <a:t>Validation on Lorenz Chaotic System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0" i="0" dirty="0">
                <a:solidFill>
                  <a:srgbClr val="555555"/>
                </a:solidFill>
              </a:rPr>
              <a:t>•  Deterministic, noise-free system with known Lyapunov exponent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0" i="0" dirty="0">
                <a:solidFill>
                  <a:srgbClr val="555555"/>
                </a:solidFill>
              </a:rPr>
              <a:t>•  Cleanly isolates whether the architecture can learn chaotic dynamics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0" i="0" dirty="0">
                <a:solidFill>
                  <a:srgbClr val="555555"/>
                </a:solidFill>
              </a:rPr>
              <a:t>•  Phase-space reconstruction (PSR) + NGRC nonlinear feature expansion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endParaRPr sz="1100" b="0" i="0" dirty="0">
              <a:solidFill>
                <a:srgbClr val="555555"/>
              </a:solidFill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1" i="0" dirty="0">
                <a:solidFill>
                  <a:srgbClr val="4982B8"/>
                </a:solidFill>
              </a:rPr>
              <a:t>Results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 i="0" dirty="0">
                <a:solidFill>
                  <a:srgbClr val="333333"/>
                </a:solidFill>
              </a:rPr>
              <a:t>•  R² = 0.996 at 0.23 Lyapunov times (short-range)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 i="0" dirty="0">
                <a:solidFill>
                  <a:srgbClr val="333333"/>
                </a:solidFill>
              </a:rPr>
              <a:t>•  R² = 0.954 at 1 full Lyapunov time (long-range)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0" i="0" dirty="0">
                <a:solidFill>
                  <a:srgbClr val="333333"/>
                </a:solidFill>
              </a:rPr>
              <a:t>•  Shuffled-target control: R² = −0.005 — confirmed no data leakage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0" i="0" dirty="0">
                <a:solidFill>
                  <a:srgbClr val="333333"/>
                </a:solidFill>
              </a:rPr>
              <a:t>•  Recursive (closed-loop) forecasting tested successfully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endParaRPr sz="1100" b="0" i="0" dirty="0">
              <a:solidFill>
                <a:srgbClr val="333333"/>
              </a:solidFill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1" i="0" dirty="0">
                <a:solidFill>
                  <a:srgbClr val="4982B8"/>
                </a:solidFill>
              </a:rPr>
              <a:t>Key Finding: Input-Length Ablation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0" i="0" dirty="0">
                <a:solidFill>
                  <a:srgbClr val="333333"/>
                </a:solidFill>
              </a:rPr>
              <a:t>•  Reducing input window from 540 → 64 time steps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 dirty="0">
                <a:solidFill>
                  <a:srgbClr val="1A7A2F"/>
                </a:solidFill>
              </a:rPr>
              <a:t>    R² at 1λt jumped from 0.34 → 0.96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0" i="0" dirty="0">
                <a:solidFill>
                  <a:srgbClr val="555555"/>
                </a:solidFill>
              </a:rPr>
              <a:t>•  Shorter input removes redundant attractor orbits, improves focus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endParaRPr sz="1100" b="0" i="0" dirty="0">
              <a:solidFill>
                <a:srgbClr val="555555"/>
              </a:solidFill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1" i="0" dirty="0">
                <a:solidFill>
                  <a:srgbClr val="4982B8"/>
                </a:solidFill>
              </a:rPr>
              <a:t>Next Step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 i="0" dirty="0">
                <a:solidFill>
                  <a:srgbClr val="333333"/>
                </a:solidFill>
              </a:rPr>
              <a:t>•  Tuning and testing this architecture on real ECG signals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0" i="0" dirty="0">
                <a:solidFill>
                  <a:srgbClr val="555555"/>
                </a:solidFill>
              </a:rPr>
              <a:t>•  Adapting chaos-informed features to stochastic biomedical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7A4E62-501B-89C8-BCA8-7130435567D7}"/>
              </a:ext>
            </a:extLst>
          </p:cNvPr>
          <p:cNvGraphicFramePr>
            <a:graphicFrameLocks noGrp="1"/>
          </p:cNvGraphicFramePr>
          <p:nvPr/>
        </p:nvGraphicFramePr>
        <p:xfrm>
          <a:off x="-2" y="-3045"/>
          <a:ext cx="12192000" cy="11684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3B02891-511C-7ED3-36D3-5D7277CCA100}"/>
              </a:ext>
            </a:extLst>
          </p:cNvPr>
          <p:cNvSpPr/>
          <p:nvPr/>
        </p:nvSpPr>
        <p:spPr>
          <a:xfrm>
            <a:off x="1" y="102640"/>
            <a:ext cx="12192000" cy="576072"/>
          </a:xfrm>
          <a:prstGeom prst="rect">
            <a:avLst/>
          </a:prstGeom>
          <a:solidFill>
            <a:srgbClr val="9C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457200">
              <a:buFont typeface="Wingdings" panose="05000000000000000000" pitchFamily="2" charset="2"/>
              <a:buChar char="Ø"/>
            </a:pPr>
            <a:r>
              <a:rPr sz="2800" b="1" dirty="0">
                <a:solidFill>
                  <a:schemeClr val="tx1"/>
                </a:solidFill>
              </a:rPr>
              <a:t>TCN Multi-Step ECG Forecasting — MIT-BIH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B28AB-49E8-C915-BBF4-5125445E5A17}"/>
              </a:ext>
            </a:extLst>
          </p:cNvPr>
          <p:cNvSpPr/>
          <p:nvPr/>
        </p:nvSpPr>
        <p:spPr>
          <a:xfrm>
            <a:off x="1" y="6281928"/>
            <a:ext cx="12192000" cy="576072"/>
          </a:xfrm>
          <a:prstGeom prst="rect">
            <a:avLst/>
          </a:prstGeom>
          <a:solidFill>
            <a:srgbClr val="4982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u="sng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136E51-9711-8F83-1EF6-5ED1292BE049}"/>
              </a:ext>
            </a:extLst>
          </p:cNvPr>
          <p:cNvGrpSpPr/>
          <p:nvPr/>
        </p:nvGrpSpPr>
        <p:grpSpPr>
          <a:xfrm>
            <a:off x="8752138" y="6281928"/>
            <a:ext cx="3122360" cy="576072"/>
            <a:chOff x="8752138" y="6281928"/>
            <a:chExt cx="3122360" cy="5760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48F162-0913-6084-027A-FD6BB8C420D1}"/>
                </a:ext>
              </a:extLst>
            </p:cNvPr>
            <p:cNvSpPr/>
            <p:nvPr/>
          </p:nvSpPr>
          <p:spPr>
            <a:xfrm>
              <a:off x="8752138" y="6386992"/>
              <a:ext cx="2468313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851637-F902-51FC-208E-C18BEF30640C}"/>
                </a:ext>
              </a:extLst>
            </p:cNvPr>
            <p:cNvSpPr/>
            <p:nvPr/>
          </p:nvSpPr>
          <p:spPr>
            <a:xfrm>
              <a:off x="11315700" y="6281928"/>
              <a:ext cx="558798" cy="576072"/>
            </a:xfrm>
            <a:prstGeom prst="rect">
              <a:avLst/>
            </a:prstGeom>
            <a:solidFill>
              <a:srgbClr val="4982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02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E96432B-FB70-C5B9-A108-1A991520B223}"/>
                </a:ext>
              </a:extLst>
            </p:cNvPr>
            <p:cNvCxnSpPr/>
            <p:nvPr/>
          </p:nvCxnSpPr>
          <p:spPr>
            <a:xfrm>
              <a:off x="11220451" y="6444303"/>
              <a:ext cx="0" cy="25471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Google Shape;285;p37">
            <a:extLst>
              <a:ext uri="{FF2B5EF4-FFF2-40B4-BE49-F238E27FC236}">
                <a16:creationId xmlns:a16="http://schemas.microsoft.com/office/drawing/2014/main" id="{F8CC66BB-8576-0E5A-AE58-E230B2D84C64}"/>
              </a:ext>
            </a:extLst>
          </p:cNvPr>
          <p:cNvSpPr txBox="1">
            <a:spLocks/>
          </p:cNvSpPr>
          <p:nvPr/>
        </p:nvSpPr>
        <p:spPr>
          <a:xfrm>
            <a:off x="3648434" y="1031750"/>
            <a:ext cx="8543564" cy="4861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venir Next LT Pro" panose="020B0504020202020204" pitchFamily="34" charset="0"/>
              <a:buChar char="●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219170" lvl="1" indent="-440256" algn="l" defTabSz="914400" rtl="0" eaLnBrk="1" latinLnBrk="0" hangingPunct="1">
              <a:lnSpc>
                <a:spcPct val="110000"/>
              </a:lnSpc>
              <a:spcBef>
                <a:spcPts val="2133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 Next LT Pro" panose="020B0504020202020204" pitchFamily="34" charset="0"/>
              <a:buChar char="○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28754" lvl="2" indent="-440256" algn="l" defTabSz="914400" rtl="0" eaLnBrk="1" latinLnBrk="0" hangingPunct="1">
              <a:lnSpc>
                <a:spcPct val="110000"/>
              </a:lnSpc>
              <a:spcBef>
                <a:spcPts val="2133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 Next LT Pro" panose="020B0504020202020204" pitchFamily="34" charset="0"/>
              <a:buChar char="■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438339" lvl="3" indent="-440256" algn="l" defTabSz="914400" rtl="0" eaLnBrk="1" latinLnBrk="0" hangingPunct="1">
              <a:lnSpc>
                <a:spcPct val="110000"/>
              </a:lnSpc>
              <a:spcBef>
                <a:spcPts val="2133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 Next LT Pro" panose="020B0504020202020204" pitchFamily="34" charset="0"/>
              <a:buChar char="●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047924" lvl="4" indent="-440256" algn="l" defTabSz="914400" rtl="0" eaLnBrk="1" latinLnBrk="0" hangingPunct="1">
              <a:lnSpc>
                <a:spcPct val="110000"/>
              </a:lnSpc>
              <a:spcBef>
                <a:spcPts val="2133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 Next LT Pro" panose="020B05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657509" lvl="5" indent="-44025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4025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4025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40256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6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15" name="TextBox 14"/>
          <p:cNvSpPr txBox="1"/>
          <p:nvPr/>
        </p:nvSpPr>
        <p:spPr>
          <a:xfrm>
            <a:off x="7853082" y="130000"/>
            <a:ext cx="4146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dirty="0"/>
              <a:t>Ibrahim Hanafy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000" y="800000"/>
            <a:ext cx="1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2C3E50"/>
                </a:solidFill>
              </a:rPr>
              <a:t>Dataset: 21 MIT-BIH patients (excl. 111 &amp; 118)  |  Horizons: H = 1, 10, 15, 20  |  Multi-Output (MIMO)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00" y="12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 dirty="0">
                <a:solidFill>
                  <a:srgbClr val="4982B8"/>
                </a:solidFill>
              </a:rPr>
              <a:t>Configuration Comparison: Ours vs Paper (</a:t>
            </a:r>
            <a:r>
              <a:rPr sz="1200" b="1" i="0" dirty="0" err="1">
                <a:solidFill>
                  <a:srgbClr val="4982B8"/>
                </a:solidFill>
              </a:rPr>
              <a:t>Dudukcu</a:t>
            </a:r>
            <a:r>
              <a:rPr sz="1200" b="1" i="0" dirty="0">
                <a:solidFill>
                  <a:srgbClr val="4982B8"/>
                </a:solidFill>
              </a:rPr>
              <a:t> 2023)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0" i="0" dirty="0">
                <a:solidFill>
                  <a:srgbClr val="555555"/>
                </a:solidFill>
              </a:rPr>
              <a:t>•  Paper: 1 residual block, 256 filters, batch 128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 i="0" dirty="0">
                <a:solidFill>
                  <a:srgbClr val="333333"/>
                </a:solidFill>
              </a:rPr>
              <a:t>•  Ours:  3 residual blocks, 64 filters, batch 256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b="0" i="1" dirty="0">
                <a:solidFill>
                  <a:srgbClr val="1A7A2F"/>
                </a:solidFill>
              </a:rPr>
              <a:t>•  Deeper network with smaller filters → better generalization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b="0" i="1" dirty="0">
                <a:solidFill>
                  <a:srgbClr val="1A7A2F"/>
                </a:solidFill>
              </a:rPr>
              <a:t>•  Our config outperforms paper across all horizons and all metrics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200000" y="1200000"/>
          <a:ext cx="2740000" cy="2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H</a:t>
                      </a:r>
                    </a:p>
                  </a:txBody>
                  <a:tcPr marL="30000" marR="30000" marT="12000" marB="12000"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0000" marR="30000" marT="12000" marB="12000"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 marL="30000" marR="30000" marT="12000" marB="12000"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 marL="30000" marR="30000" marT="12000" marB="12000">
                    <a:solidFill>
                      <a:srgbClr val="498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 marL="30000" marR="30000" marT="12000" marB="12000">
                    <a:solidFill>
                      <a:srgbClr val="498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Paper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.0061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.0037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.9952</a:t>
                      </a:r>
                    </a:p>
                  </a:txBody>
                  <a:tcPr marL="30000" marR="30000" marT="12000" marB="12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Ours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.0052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.0036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.9970</a:t>
                      </a:r>
                    </a:p>
                  </a:txBody>
                  <a:tcPr marL="30000" marR="30000" marT="12000" marB="12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Paper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.0344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.0148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.8776</a:t>
                      </a:r>
                    </a:p>
                  </a:txBody>
                  <a:tcPr marL="30000" marR="30000" marT="12000" marB="12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Ours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.0304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.0134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.8991</a:t>
                      </a:r>
                    </a:p>
                  </a:txBody>
                  <a:tcPr marL="30000" marR="30000" marT="12000" marB="12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Paper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.0471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.0200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.7847</a:t>
                      </a:r>
                    </a:p>
                  </a:txBody>
                  <a:tcPr marL="30000" marR="30000" marT="12000" marB="12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Ours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.0433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.0185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.8108</a:t>
                      </a:r>
                    </a:p>
                  </a:txBody>
                  <a:tcPr marL="30000" marR="30000" marT="12000" marB="12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Paper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.0571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.0253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</a:rPr>
                        <a:t>.6894</a:t>
                      </a:r>
                    </a:p>
                  </a:txBody>
                  <a:tcPr marL="30000" marR="30000" marT="12000" marB="12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Ours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.0539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.0236</a:t>
                      </a:r>
                    </a:p>
                  </a:txBody>
                  <a:tcPr marL="30000" marR="30000" marT="12000" marB="12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7A2F"/>
                          </a:solidFill>
                        </a:rPr>
                        <a:t>.7157</a:t>
                      </a:r>
                    </a:p>
                  </a:txBody>
                  <a:tcPr marL="30000" marR="30000" marT="12000" marB="12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Picture 18" descr="barchart_mea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2600000"/>
            <a:ext cx="5500000" cy="280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00000" y="3400000"/>
            <a:ext cx="57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 i="0" dirty="0">
                <a:solidFill>
                  <a:srgbClr val="4982B8"/>
                </a:solidFill>
              </a:rPr>
              <a:t>Overall Mean (21 patients)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b="1" i="0" dirty="0">
                <a:solidFill>
                  <a:srgbClr val="1A7A2F"/>
                </a:solidFill>
              </a:rPr>
              <a:t>•  Ours:   RMSE = 0.0332  |  MAE = 0.0148  |  R² = 0.856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b="0" i="0" dirty="0">
                <a:solidFill>
                  <a:srgbClr val="555555"/>
                </a:solidFill>
              </a:rPr>
              <a:t>•  Paper:  RMSE = 0.0362  |  MAE = 0.0160  |  R² = 0.837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b="1" i="0" dirty="0">
                <a:solidFill>
                  <a:srgbClr val="333333"/>
                </a:solidFill>
              </a:rPr>
              <a:t>•  Improvement: −8.3% RMSE, −7.5% MAE, +2.3% 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0000" y="5171456"/>
            <a:ext cx="11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 i="0" dirty="0">
                <a:solidFill>
                  <a:srgbClr val="4982B8"/>
                </a:solidFill>
              </a:rPr>
              <a:t>Future Work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b="0" i="0" dirty="0">
                <a:solidFill>
                  <a:srgbClr val="555555"/>
                </a:solidFill>
              </a:rPr>
              <a:t>•  Hyperparameter optimization: </a:t>
            </a:r>
            <a:r>
              <a:rPr sz="1000" b="0" i="0" dirty="0" err="1">
                <a:solidFill>
                  <a:srgbClr val="555555"/>
                </a:solidFill>
              </a:rPr>
              <a:t>Optuna</a:t>
            </a:r>
            <a:r>
              <a:rPr sz="1000" b="0" i="0" dirty="0">
                <a:solidFill>
                  <a:srgbClr val="555555"/>
                </a:solidFill>
              </a:rPr>
              <a:t> TPE with pruning + Grey Wolf Optimizer (GWO) comparison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b="0" i="0" dirty="0">
                <a:solidFill>
                  <a:srgbClr val="555555"/>
                </a:solidFill>
              </a:rPr>
              <a:t>•  Extend evaluation to additional patient populations and longer horizons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EAFCE9-5102-4DAA-8747-40B4A7428A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977A2A-9AF2-4E1E-9C52-3CE0178B1CF2}">
  <ds:schemaRefs>
    <ds:schemaRef ds:uri="http://purl.org/dc/terms/"/>
    <ds:schemaRef ds:uri="http://schemas.microsoft.com/sharepoint/v3"/>
    <ds:schemaRef ds:uri="http://www.w3.org/XML/1998/namespace"/>
    <ds:schemaRef ds:uri="230e9df3-be65-4c73-a93b-d1236ebd677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FF01AD9-F5BE-4467-A2B6-F080EB1760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Explore design</Template>
  <TotalTime>10301</TotalTime>
  <Words>386</Words>
  <Application>Microsoft Office PowerPoint</Application>
  <PresentationFormat>Widescreen</PresentationFormat>
  <Paragraphs>80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Avenir Next LT Pro</vt:lpstr>
      <vt:lpstr>AvenirNext LT Pro Medium</vt:lpstr>
      <vt:lpstr>Calibri</vt:lpstr>
      <vt:lpstr>Posterama</vt:lpstr>
      <vt:lpstr>Segoe UI Semilight</vt:lpstr>
      <vt:lpstr>Wingdings</vt:lpstr>
      <vt:lpstr>ExploreVTI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way to get started is to quit talking and begin doing.</dc:title>
  <dc:creator/>
  <cp:lastModifiedBy>Ibrahim Hany Ibrahim Eldosoky Ahmed Hanafy</cp:lastModifiedBy>
  <cp:revision>392</cp:revision>
  <dcterms:created xsi:type="dcterms:W3CDTF">2023-02-27T13:38:18Z</dcterms:created>
  <dcterms:modified xsi:type="dcterms:W3CDTF">2026-08-13T08:47:53Z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